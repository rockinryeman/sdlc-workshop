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Product Development</a:t>
            </a:r>
          </a:p>
          <a:p>
            <a:r>
              <a:t>Building Better Automotive Products with Smaller, Faster, Cross-Functional 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enables smaller product teams by making expertise available at the point of need.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Automotive development is slowed by handoffs, coordination overhead, and siloed expertise.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Mentimeter Poll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Where does your organization spend the most engineering effort today?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Specialization reduces risk but creates delays, rework, and communication gaps.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Team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Requirements, Systems, Architecture, Development, Test, Release.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AI-Augmented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Cross-functional product team + AI copilot.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AI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Compresses the SDLC and accelerates learning loops.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Adaptive Cruise Control Cut-In Detection Enhancement.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stakeholder needs, requirements, constraints, and acceptance criteria.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generated requirements and identify gaps.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system context, interfaces, and architecture.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architecture and discuss impacts.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SysML v2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textual SysML v2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SysML v2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Discuss traceability and architecture representation.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Development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verification strategy and test cases.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Requirements-to-test traceability matrix.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pseudocode and implementation approach.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logic and design decisions.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 solution against requirements and tests.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Pass/fail matrix and gap analysis.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OTA deployment and rollback plan.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release and monitoring strategy.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Traceability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Need → Requirement → Design → Test → Code → Deploy.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Delivery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Sequential handoffs across specialized functions.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AI-Enabled Delivery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Small team produces integrated outcomes.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Team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Outcome-oriented teams with specialist oversight.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Specialists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Standards, governance, review, exception handling.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Mentimeter Poll #2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Where could AI create the most value in your organization?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enables smaller teams, faster iteration, and better product outcomes.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
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Product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Better Automotive Products with Smaller, Faster, Cross-Functional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reduces coordination overhead by making expertise available at the point of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Smaller teams • Faster iteration • Better traceability • Outcome-focused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Specialized functions create handoffs, delays, and rework.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Cost of Handoffs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 → Systems → Architecture → Development → Test →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Specialization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reduction, compliance, and deep expertise.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No Longer Scales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Software-defined products require faster learning cycles.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 Capability Amplification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augments expertise rather than replacing specialists.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Future-State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Owner + Engineers + AI Copilot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Cruise Control Cut-In Detection Enhancement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comfort and safety when vehicles cut into the lane.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 AI-assisted requirement creation.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gaps, assumptions, and acceptance criteria.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system context, interfaces, and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 safety, cyber, and operational impacts.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Textual SysML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model-based thinking without heavy tooling.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→ Design → Test → Implementation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verification strategy and test cases.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Requirements-to-Test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 digital thread concepts.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Produce logic flow and pseudocode.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design decisions and tradeoffs.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 requirement satisfaction.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Refine solution based on findings.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OTA release, rollback, monitoring.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and customer readiness.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Just Happened?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team traversed the SDLC in minutes.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Months of coordination and handoffs.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AI-Enabled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Hours to create and refine artifacts.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Specialists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Governance, standards, reviews, exception handling.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Outcome-oriented product teams.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Humans remain accountable.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Systems engineering, testing, software, operations.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Smaller teams. Faster learning. Better outcomes.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would you pilot first?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
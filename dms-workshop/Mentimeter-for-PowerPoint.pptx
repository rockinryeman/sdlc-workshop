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122" d="100"/>
          <a:sy n="122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104379261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Mentimeter for PowerPoint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entimeter for PowerPoint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entimeter for PowerPoint." title="Interactive content from Mentimeter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7067849"/>
                  </p:ext>
                </p:extLst>
              </p:nvPr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entimeter for PowerPoint." title="Interactive content from Mentimeter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https://pages.store.office.com/addinsinstallpage.aspx?rs=en-US&amp;assetid=WA104379261&amp;isWac=True&amp;ui=en-US&amp;ad=US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Mentimeter for PowerPoint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entimeter for PowerPoint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5b914b68-f082-4201-82b7-60088a160022}">
  <we:reference id="WA104379261" version="4.3" store="en-US" storeType="OMEX"/>
  <we:alternateReferences/>
  <we:properties>
    <we:property name="Microsoft.Office.CampaignId" value="&quot;none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84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Mentimeter for PowerPoint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Robin Yeman</cp:lastModifiedBy>
  <cp:revision>3</cp:revision>
  <dcterms:created xsi:type="dcterms:W3CDTF">2018-06-07T21:39:02Z</dcterms:created>
  <dcterms:modified xsi:type="dcterms:W3CDTF">2026-05-31T00:00:33Z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